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ed Elhadi" userId="de58f3fc-ee14-42e1-be81-404dc2f56eed" providerId="ADAL" clId="{F90DC2FF-1BEA-49A4-8E0E-C760817CAE71}"/>
    <pc:docChg chg="modSld">
      <pc:chgData name="Mohamed Elhadi" userId="de58f3fc-ee14-42e1-be81-404dc2f56eed" providerId="ADAL" clId="{F90DC2FF-1BEA-49A4-8E0E-C760817CAE71}" dt="2026-06-23T09:38:00.470" v="20" actId="207"/>
      <pc:docMkLst>
        <pc:docMk/>
      </pc:docMkLst>
      <pc:sldChg chg="modSp mod">
        <pc:chgData name="Mohamed Elhadi" userId="de58f3fc-ee14-42e1-be81-404dc2f56eed" providerId="ADAL" clId="{F90DC2FF-1BEA-49A4-8E0E-C760817CAE71}" dt="2026-06-23T09:38:00.470" v="20" actId="207"/>
        <pc:sldMkLst>
          <pc:docMk/>
          <pc:sldMk cId="0" sldId="256"/>
        </pc:sldMkLst>
        <pc:spChg chg="mod">
          <ac:chgData name="Mohamed Elhadi" userId="de58f3fc-ee14-42e1-be81-404dc2f56eed" providerId="ADAL" clId="{F90DC2FF-1BEA-49A4-8E0E-C760817CAE71}" dt="2026-06-23T09:38:00.470" v="20" actId="207"/>
          <ac:spMkLst>
            <pc:docMk/>
            <pc:sldMk cId="0" sldId="256"/>
            <ac:spMk id="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007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3657600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280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1">
                <a:solidFill>
                  <a:srgbClr val="888899"/>
                </a:solidFill>
              </a:rPr>
              <a:t>Introduction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</a:rPr>
              <a:t>Contact Center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12" y="3429000"/>
            <a:ext cx="100584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 dirty="0">
                <a:solidFill>
                  <a:srgbClr val="00B4D8"/>
                </a:solidFill>
              </a:rPr>
              <a:t>How Companies Talk to Their Customers</a:t>
            </a:r>
            <a:endParaRPr lang="en-US" sz="2200" b="0" i="1" dirty="0">
              <a:solidFill>
                <a:srgbClr val="00B4D8"/>
              </a:solidFill>
            </a:endParaRPr>
          </a:p>
          <a:p>
            <a:pPr algn="l"/>
            <a:endParaRPr lang="en-US" sz="2000" i="1" dirty="0">
              <a:solidFill>
                <a:srgbClr val="00B4D8"/>
              </a:solidFill>
            </a:endParaRPr>
          </a:p>
          <a:p>
            <a:pPr algn="l"/>
            <a:r>
              <a:rPr lang="en-US" sz="2000" b="0" i="1" dirty="0">
                <a:solidFill>
                  <a:schemeClr val="bg1"/>
                </a:solidFill>
              </a:rPr>
              <a:t>Mohamed Elhadi</a:t>
            </a:r>
            <a:endParaRPr sz="2000" b="0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418320" y="6263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IST Networks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0" cy="6858000"/>
          </a:xfrm>
          <a:prstGeom prst="rect">
            <a:avLst/>
          </a:prstGeom>
          <a:solidFill>
            <a:srgbClr val="1B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" y="27432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468880"/>
            <a:ext cx="12801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931920" y="777240"/>
            <a:ext cx="786384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0" y="8686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4D9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941832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22"/>
                </a:solidFill>
              </a:rPr>
              <a:t>What is a Contact Center?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1828800"/>
            <a:ext cx="786384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0" y="19202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4D9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993392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22"/>
                </a:solidFill>
              </a:rPr>
              <a:t>Communication 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2880360"/>
            <a:ext cx="786384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0" y="297180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4D9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044952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22"/>
                </a:solidFill>
              </a:rPr>
              <a:t>Key Functions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3931920"/>
            <a:ext cx="786384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0" y="4023359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4D9"/>
                </a:solidFill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096511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22"/>
                </a:solidFill>
              </a:rPr>
              <a:t>Industries &amp; Companies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4983479"/>
            <a:ext cx="786384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0" y="5074919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4D9"/>
                </a:solidFill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148071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22"/>
                </a:solidFill>
              </a:rPr>
              <a:t>Call Center  vs.  Contact Center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0B4D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B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3200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is a Contact Center?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0B4D8"/>
                </a:solidFill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11247120" cy="1371600"/>
          </a:xfrm>
          <a:prstGeom prst="round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2B4B"/>
                </a:solidFill>
              </a:rPr>
              <a:t>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</a:rPr>
              <a:t>A Contact Center is a dedicated hub where a company communicates with its customers — or vice versa — across multiple channels to provide support, offer services, or collect feedback.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5468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B4B"/>
                </a:solidFill>
              </a:rPr>
              <a:t>Communication Channels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03320"/>
            <a:ext cx="2697480" cy="256032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3822191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22222"/>
                </a:solidFill>
              </a:rPr>
              <a:t>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B4B"/>
                </a:solidFill>
              </a:rPr>
              <a:t>Phone 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834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</a:rPr>
              <a:t>Inbound &amp; Outbound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3703320"/>
            <a:ext cx="2697480" cy="256032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83280" y="3822191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22222"/>
                </a:solidFill>
              </a:rPr>
              <a:t>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526280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B4B"/>
                </a:solidFill>
              </a:rPr>
              <a:t>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9834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</a:rPr>
              <a:t>Written support &amp; follow-up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03320"/>
            <a:ext cx="2697480" cy="256032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9360" y="3822191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22222"/>
                </a:solidFill>
              </a:rP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526280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B4B"/>
                </a:solidFill>
              </a:rPr>
              <a:t>Chat Bots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9834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</a:rPr>
              <a:t>Web, App &amp; WhatsApp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3703320"/>
            <a:ext cx="2697480" cy="256032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35440" y="3822191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22222"/>
                </a:solidFill>
              </a:rPr>
              <a:t>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526280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B4B"/>
                </a:solidFill>
              </a:rPr>
              <a:t>Social Media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9834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</a:rPr>
              <a:t>Facebook, Twitter &amp; more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B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3200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Functions of a Contact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0B4D8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600200"/>
            <a:ext cx="36576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173736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74D9"/>
                </a:solidFill>
              </a:rPr>
              <a:t>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783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B4B"/>
                </a:solidFill>
              </a:rPr>
              <a:t>Customer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77440"/>
            <a:ext cx="3337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</a:rPr>
              <a:t>Answers questions, resolves complaints, and ensures satisfaction.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00200"/>
            <a:ext cx="36576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62272" y="173736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74D9"/>
                </a:solidFill>
              </a:rPr>
              <a:t>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3792" y="1783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B4B"/>
                </a:solidFill>
              </a:rPr>
              <a:t>Technical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377440"/>
            <a:ext cx="3337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</a:rPr>
              <a:t>Helps customers troubleshoot issues with products or platforms.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600200"/>
            <a:ext cx="36576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94192" y="173736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74D9"/>
                </a:solidFill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2" y="1783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B4B"/>
                </a:solidFill>
              </a:rPr>
              <a:t>Surveys &amp; Feedback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3337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</a:rPr>
              <a:t>Conducts outbound calls or chats to gather customer opinions.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023360"/>
            <a:ext cx="36576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416052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74D9"/>
                </a:solidFill>
              </a:rPr>
              <a:t>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4206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B4B"/>
                </a:solidFill>
              </a:rPr>
              <a:t>Sales &amp; Telemarketing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4800600"/>
            <a:ext cx="3337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</a:rPr>
              <a:t>Promotes new products and plans to prospects and existing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4023360"/>
            <a:ext cx="36576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62272" y="416052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74D9"/>
                </a:solidFill>
              </a:rPr>
              <a:t>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792" y="4206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B4B"/>
                </a:solidFill>
              </a:rPr>
              <a:t>Billing &amp; Account Mgmt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2272" y="4800600"/>
            <a:ext cx="3337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</a:rPr>
              <a:t>Handles payment inquiries, recharges, and account management.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4023360"/>
            <a:ext cx="36576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94192" y="416052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74D9"/>
                </a:solidFill>
              </a:rPr>
              <a:t>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5712" y="4206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B4B"/>
                </a:solidFill>
              </a:rPr>
              <a:t>Escalation &amp; Routing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800600"/>
            <a:ext cx="3337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</a:rPr>
              <a:t>Routes urgent issues to specialist teams for faster resolution.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B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3200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Industries &amp; Companies Using Contact Centers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0B4D8"/>
                </a:solidFill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27632"/>
            <a:ext cx="3566160" cy="219456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71907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22222"/>
                </a:solidFill>
              </a:rPr>
              <a:t>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048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B4B"/>
                </a:solidFill>
              </a:rPr>
              <a:t>Telecom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16352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</a:rPr>
              <a:t>We, Vodafone, Orange, Etisalat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627632"/>
            <a:ext cx="35661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70832" y="171907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22222"/>
                </a:solidFill>
              </a:rPr>
              <a:t>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2" y="24048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B4B"/>
                </a:solidFill>
              </a:rPr>
              <a:t>Banking &amp;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2816352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</a:rPr>
              <a:t>CIB, NBE, Banque Misr, Fawry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4464" y="1627632"/>
            <a:ext cx="3566160" cy="219456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71907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22222"/>
                </a:solidFill>
              </a:rPr>
              <a:t>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4048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B4B"/>
                </a:solidFill>
              </a:rPr>
              <a:t>E-Commerce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816352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</a:rPr>
              <a:t>Noon, Jumia, Amazon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96512"/>
            <a:ext cx="35661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418795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22222"/>
                </a:solidFill>
              </a:rPr>
              <a:t>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7375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B4B"/>
                </a:solidFill>
              </a:rPr>
              <a:t>Healthcare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85232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</a:rPr>
              <a:t>Insurance &amp; clinic booking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0832" y="4096512"/>
            <a:ext cx="3566160" cy="219456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70832" y="418795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22222"/>
                </a:solidFill>
              </a:rPr>
              <a:t>✈️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2" y="487375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B4B"/>
                </a:solidFill>
              </a:rPr>
              <a:t>Travel &amp; Tourism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5285232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</a:rPr>
              <a:t>Airlines, hotels, booking platforms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4096512"/>
            <a:ext cx="35661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84464" y="418795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22222"/>
                </a:solidFill>
              </a:rPr>
              <a:t>🏛️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487375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B4B"/>
                </a:solidFill>
              </a:rPr>
              <a:t>Government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5285232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</a:rPr>
              <a:t>Tax authority, utilities, public services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B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3200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Call Center  vs.  Contact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0B4D8"/>
                </a:solidFill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72768"/>
            <a:ext cx="539496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0" y="1572768"/>
            <a:ext cx="5394960" cy="5074920"/>
          </a:xfrm>
          <a:prstGeom prst="roundRect">
            <a:avLst/>
          </a:prstGeom>
          <a:solidFill>
            <a:srgbClr val="007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719072"/>
            <a:ext cx="5394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B2B4B"/>
                </a:solidFill>
              </a:rPr>
              <a:t>📞  Call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5394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🌐  Contact Center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67712"/>
            <a:ext cx="5120640" cy="36576"/>
          </a:xfrm>
          <a:prstGeom prst="rect">
            <a:avLst/>
          </a:prstGeom>
          <a:solidFill>
            <a:srgbClr val="007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92240" y="2267712"/>
            <a:ext cx="51663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3774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</a:rPr>
              <a:t>✗  Only handles phone 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774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Phone + Email + Chat + Social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81528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</a:rPr>
              <a:t>✗  Single channel — voice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081528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Omni-channel 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8561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</a:rPr>
              <a:t>✗  Older, traditional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78561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Modern, technology-driven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89704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</a:rPr>
              <a:t>✗  Limited data &amp; analytics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9704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Rich analytics &amp; reporting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</a:rPr>
              <a:t>✗  Agents handle voice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19379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Agents handle multiple channels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</a:rPr>
              <a:t>✗  Lower customer experience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58978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Higher customer satisfaction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07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983480"/>
            <a:ext cx="3657600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645920"/>
            <a:ext cx="121889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46120"/>
            <a:ext cx="12188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00B4D8"/>
                </a:solidFill>
              </a:rPr>
              <a:t>Any 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06440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IST Networks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341</Words>
  <Application>Microsoft Office PowerPoint</Application>
  <PresentationFormat>Custom</PresentationFormat>
  <Paragraphs>94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Mohamed Elhadi</cp:lastModifiedBy>
  <cp:revision>1</cp:revision>
  <dcterms:created xsi:type="dcterms:W3CDTF">2013-01-27T09:14:16Z</dcterms:created>
  <dcterms:modified xsi:type="dcterms:W3CDTF">2026-06-23T09:38:06Z</dcterms:modified>
  <cp:category/>
</cp:coreProperties>
</file>